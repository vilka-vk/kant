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sldSz cx="12192000" cy="6858000"/>
  <p:notesSz cx="6858000" cy="9144000"/>
  <p:embeddedFontLst>
    <p:embeddedFont>
      <p:font typeface="Bloc" panose="020B0803040004020203" pitchFamily="34" charset="-52"/>
      <p:bold r:id="rId3"/>
    </p:embeddedFont>
    <p:embeddedFont>
      <p:font typeface="Golos Text" panose="020B0503020202020204" pitchFamily="34" charset="0"/>
      <p:regular r:id="rId4"/>
      <p:bold r:id="rId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5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AFFA-F89D-41BE-AF8D-8EEF44A4DD6A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D0DDD-3945-4C41-9818-2E48D4263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28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7" y="1862418"/>
            <a:ext cx="9541341" cy="442436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95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2030506"/>
            <a:ext cx="10514012" cy="4256275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401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7" y="1862418"/>
            <a:ext cx="9541341" cy="442436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7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2030506"/>
            <a:ext cx="10514012" cy="4256275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with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3899181"/>
            <a:ext cx="10514012" cy="2387600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33375"/>
            <a:ext cx="6544235" cy="1655762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buNone/>
              <a:defRPr sz="4000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9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with subtitl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989137"/>
            <a:ext cx="10186800" cy="4297644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33375"/>
            <a:ext cx="6544235" cy="1655762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buNone/>
              <a:defRPr sz="4000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693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with subtitle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3899181"/>
            <a:ext cx="10514012" cy="2387600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33375"/>
            <a:ext cx="6544235" cy="1655762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buNone/>
              <a:defRPr sz="4000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881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with subtitle dar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989137"/>
            <a:ext cx="10186800" cy="4297644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11500" cap="none" spc="0" baseline="0">
                <a:ln w="19050">
                  <a:solidFill>
                    <a:schemeClr val="tx2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33375"/>
            <a:ext cx="6544235" cy="1655762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buNone/>
              <a:defRPr sz="4000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15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ong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9" y="2225488"/>
            <a:ext cx="8021824" cy="406129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8000" cap="all" spc="0" baseline="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85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ong title dark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9" y="2225488"/>
            <a:ext cx="8021824" cy="406129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8000" cap="all" spc="0" baseline="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23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ong title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9" y="2225488"/>
            <a:ext cx="8021824" cy="406129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8000" cap="all" spc="0" baseline="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40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ong title dar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92CE-CDA3-FB34-BCA8-1905838E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9" y="2225488"/>
            <a:ext cx="8021824" cy="4061293"/>
          </a:xfrm>
        </p:spPr>
        <p:txBody>
          <a:bodyPr anchor="b">
            <a:noAutofit/>
          </a:bodyPr>
          <a:lstStyle>
            <a:lvl1pPr marL="0" algn="l">
              <a:lnSpc>
                <a:spcPct val="70000"/>
              </a:lnSpc>
              <a:spcAft>
                <a:spcPts val="0"/>
              </a:spcAft>
              <a:defRPr sz="8000" cap="all" spc="0" baseline="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44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dark bg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6D98C85-BDEE-ECA0-43D3-70124944A0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81836" y="1815354"/>
            <a:ext cx="9386046" cy="4540995"/>
          </a:xfrm>
        </p:spPr>
        <p:txBody>
          <a:bodyPr anchor="b">
            <a:noAutofit/>
          </a:bodyPr>
          <a:lstStyle>
            <a:lvl1pPr marL="0" indent="0" algn="r">
              <a:lnSpc>
                <a:spcPct val="70000"/>
              </a:lnSpc>
              <a:buNone/>
              <a:defRPr sz="80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0396DB-962F-9FD6-0C8E-EF351190E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7"/>
            <a:ext cx="4038600" cy="24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17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ight bg phot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492AAB-A554-0A42-1276-E166E79202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0853" y="0"/>
            <a:ext cx="12292853" cy="6858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157B-F452-6498-A955-A3F2B76F63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81836" y="1815354"/>
            <a:ext cx="9386046" cy="4540996"/>
          </a:xfrm>
        </p:spPr>
        <p:txBody>
          <a:bodyPr anchor="b">
            <a:noAutofit/>
          </a:bodyPr>
          <a:lstStyle>
            <a:lvl1pPr marL="0" indent="0" algn="r">
              <a:lnSpc>
                <a:spcPct val="70000"/>
              </a:lnSpc>
              <a:buNone/>
              <a:defRPr sz="8000" cap="all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9833-1ADA-A06D-286B-5F653576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CFF-A164-B582-053D-77142422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0DD2-A2D8-9CD5-7596-2BCFE460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0109BC-8E14-4C6E-9CD4-DDE02AB83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60676" cy="244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88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7772400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861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vider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7772400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174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vider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7772400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67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vider dar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7772400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611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with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512"/>
            <a:ext cx="7772400" cy="3845860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50E89-06CE-1824-0512-C14D3C766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-47065"/>
            <a:ext cx="4661647" cy="1828800"/>
          </a:xfrm>
        </p:spPr>
        <p:txBody>
          <a:bodyPr>
            <a:noAutofit/>
          </a:bodyPr>
          <a:lstStyle>
            <a:lvl1pPr marL="0" indent="0">
              <a:buNone/>
              <a:defRPr sz="11500">
                <a:ln w="22225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0125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dark with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512"/>
            <a:ext cx="7772400" cy="3845860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50E89-06CE-1824-0512-C14D3C766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-47065"/>
            <a:ext cx="4661647" cy="1828800"/>
          </a:xfrm>
        </p:spPr>
        <p:txBody>
          <a:bodyPr>
            <a:noAutofit/>
          </a:bodyPr>
          <a:lstStyle>
            <a:lvl1pPr marL="0" indent="0">
              <a:buNone/>
              <a:defRPr sz="11500">
                <a:ln w="22225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26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with number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512"/>
            <a:ext cx="7772400" cy="3845860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50E89-06CE-1824-0512-C14D3C766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-53788"/>
            <a:ext cx="4661647" cy="1835523"/>
          </a:xfrm>
        </p:spPr>
        <p:txBody>
          <a:bodyPr>
            <a:noAutofit/>
          </a:bodyPr>
          <a:lstStyle>
            <a:lvl1pPr marL="0" indent="0">
              <a:buNone/>
              <a:defRPr sz="11500">
                <a:ln w="22225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800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dark with number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512"/>
            <a:ext cx="7772400" cy="3845860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50E89-06CE-1824-0512-C14D3C766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-47065"/>
            <a:ext cx="4661647" cy="1828800"/>
          </a:xfrm>
        </p:spPr>
        <p:txBody>
          <a:bodyPr>
            <a:noAutofit/>
          </a:bodyPr>
          <a:lstStyle>
            <a:lvl1pPr marL="0" indent="0">
              <a:buNone/>
              <a:defRPr sz="11500">
                <a:ln w="22225">
                  <a:solidFill>
                    <a:schemeClr val="tx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922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with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5830888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4D040E-5DE7-4839-181F-9A12F815B4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9088" y="225425"/>
            <a:ext cx="5298794" cy="3983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86115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dark with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D1F-3793-0085-04BE-1D197C64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5830888" cy="5966947"/>
          </a:xfrm>
        </p:spPr>
        <p:txBody>
          <a:bodyPr anchor="b">
            <a:noAutofit/>
          </a:bodyPr>
          <a:lstStyle>
            <a:lvl1pPr>
              <a:defRPr sz="8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62D34-3A1C-B021-8E80-8F98690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E42E6-D616-21E6-DFA2-F193F0D1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4732C-20D5-AC52-8826-1BC2526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4D040E-5DE7-4839-181F-9A12F815B4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9088" y="225425"/>
            <a:ext cx="5298794" cy="3983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3229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7853363" cy="41314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40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7853363" cy="41314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5917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7853363" cy="41314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4147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 with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7853363" cy="41314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751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2729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3084" y="447301"/>
            <a:ext cx="7234798" cy="44743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E40E5B1-06FE-EABD-529C-E15DEDEC5E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8" y="2682688"/>
            <a:ext cx="3685147" cy="3503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4896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 with 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2729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3084" y="447301"/>
            <a:ext cx="7234798" cy="447432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E40E5B1-06FE-EABD-529C-E15DEDEC5E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8" y="2682688"/>
            <a:ext cx="3685147" cy="3503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560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light bg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42577C-6ADE-E82C-1CAE-773EB9908B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8028174" cy="455500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296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dark bg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42577C-6ADE-E82C-1CAE-773EB9908B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5578B-5AE7-579A-53DC-FA11B6A7C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5425"/>
            <a:ext cx="802341" cy="1495799"/>
          </a:xfrm>
        </p:spPr>
        <p:txBody>
          <a:bodyPr>
            <a:normAutofit/>
          </a:bodyPr>
          <a:lstStyle>
            <a:lvl1pPr>
              <a:defRPr sz="115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6ACA-7C86-56EE-DEF3-54AE4CFD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E0CB-FB22-CABC-BA68-5D9CE3D5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BB0C-25AB-1C95-F3A2-95A78AA3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3F6D3-61F6-FE9A-6FBA-76728BE36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8555" y="447301"/>
            <a:ext cx="8478651" cy="48295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1D06C7-3448-AC28-8BBC-C1526EB90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0575" y="5446713"/>
            <a:ext cx="4827307" cy="739775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92937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197" y="225425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8B52C-0F88-FC62-CBF2-EE8D3F5379E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661232" y="225425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F6DD92-6D9D-1AAB-CDE0-FCD449A2639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64557" y="225425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8F75E1-209F-BD01-EA70-DE132B65D4E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267882" y="225425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92CF79-BDE0-41A6-7B7C-D3FCBC1520E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42823" y="2541666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8CBF42E-132A-692E-B42C-4813E6028C0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3665858" y="2541666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E0ABA41-48A7-17A9-7D52-84DDBBD539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469183" y="2541666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B03FAF9-ED44-835A-287A-9A17C4F53B1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272508" y="2541666"/>
            <a:ext cx="27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96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lock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3571" y="225425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8B52C-0F88-FC62-CBF2-EE8D3F5379E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656606" y="225425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F6DD92-6D9D-1AAB-CDE0-FCD449A2639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59931" y="225425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8F75E1-209F-BD01-EA70-DE132B65D4E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263256" y="225425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92CF79-BDE0-41A6-7B7C-D3FCBC1520E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42823" y="2541666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8CBF42E-132A-692E-B42C-4813E6028C0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3661232" y="2541666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E0ABA41-48A7-17A9-7D52-84DDBBD539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464557" y="2541666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B03FAF9-ED44-835A-287A-9A17C4F53B1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267882" y="2541666"/>
            <a:ext cx="2700000" cy="2160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33669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96AF685-F405-03FC-8232-6E278857A06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39788" y="2542974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314B10E-041F-13CF-1BB9-492382F7ED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67882" y="2542974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447D423-323B-D79A-1BD2-4B231C5D216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03835" y="2542974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200" y="225425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76CDC22-370F-9187-B246-4B12DB1E4E8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66294" y="225425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C2B0056-790D-5E42-6606-3EA2B9A5918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602247" y="225425"/>
            <a:ext cx="36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55329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96AF685-F405-03FC-8232-6E278857A06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39788" y="2542974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314B10E-041F-13CF-1BB9-492382F7ED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67882" y="2542974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447D423-323B-D79A-1BD2-4B231C5D216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03835" y="2542974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200" y="225425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76CDC22-370F-9187-B246-4B12DB1E4E8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66294" y="225425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C2B0056-790D-5E42-6606-3EA2B9A5918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602247" y="225425"/>
            <a:ext cx="36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8494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199" y="225425"/>
            <a:ext cx="54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FE548-D874-16B8-0D97-7FB8407FEEB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567882" y="225425"/>
            <a:ext cx="54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34118-5610-52B0-8342-F9D12EA25D0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9788" y="2541666"/>
            <a:ext cx="54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006D252-9611-AE87-A35C-1E345D3A61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569471" y="2541666"/>
            <a:ext cx="5400000" cy="2160000"/>
          </a:xfrm>
          <a:solidFill>
            <a:schemeClr val="bg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91086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199" y="225425"/>
            <a:ext cx="54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FE548-D874-16B8-0D97-7FB8407FEEB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567882" y="225425"/>
            <a:ext cx="54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34118-5610-52B0-8342-F9D12EA25D0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39788" y="2541666"/>
            <a:ext cx="54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006D252-9611-AE87-A35C-1E345D3A61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569471" y="2541666"/>
            <a:ext cx="5400000" cy="2160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7302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197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B38FB9B-C6B1-2E47-7CF7-1113E0AB48A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842598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F18D5F2-D17F-200B-93C7-BEAED65AF97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46999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2B5825-723E-CB05-36E9-3137BDD98EA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35956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F251CD8-6C19-F1FF-5486-2689C4B12D5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40357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EF48203-6073-9B55-C99A-93F3E49DB97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844758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1073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 dar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02974"/>
            <a:ext cx="11128094" cy="1650759"/>
          </a:xfrm>
        </p:spPr>
        <p:txBody>
          <a:bodyPr anchor="b">
            <a:normAutofit/>
          </a:bodyPr>
          <a:lstStyle>
            <a:lvl1pPr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0E6C83E-775D-57E5-D46B-48E984FDA8D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8197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B38FB9B-C6B1-2E47-7CF7-1113E0AB48A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842598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F18D5F2-D17F-200B-93C7-BEAED65AF97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46999" y="225425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B2B5825-723E-CB05-36E9-3137BDD98EA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35956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F251CD8-6C19-F1FF-5486-2689C4B12D5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40357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EF48203-6073-9B55-C99A-93F3E49DB97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844758" y="2576357"/>
            <a:ext cx="2808000" cy="21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8488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0008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5312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4088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 small logo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571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 lower third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5418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 lower third logo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5425"/>
            <a:ext cx="777875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647F-C416-56DF-3E7E-4F58AFE67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43853"/>
            <a:ext cx="9623238" cy="484579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6904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5425"/>
            <a:ext cx="10515600" cy="1018428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901507-345C-F1DF-269B-61E3149A5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0118" y="1365250"/>
            <a:ext cx="5648045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58FF17-AD4E-7B97-B82F-E5468488A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9788" y="1365250"/>
            <a:ext cx="5256212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925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5425"/>
            <a:ext cx="10515600" cy="1139452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901507-345C-F1DF-269B-61E3149A5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0118" y="1365250"/>
            <a:ext cx="5648045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58FF17-AD4E-7B97-B82F-E5468488A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9788" y="1365250"/>
            <a:ext cx="5256212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7072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lower third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5425"/>
            <a:ext cx="10515600" cy="1139452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901507-345C-F1DF-269B-61E3149A5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0118" y="1365250"/>
            <a:ext cx="5648045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58FF17-AD4E-7B97-B82F-E5468488A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9788" y="1365250"/>
            <a:ext cx="5256212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067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lower third logo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C0F-2FB7-E666-A9E0-A09549B7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5425"/>
            <a:ext cx="10515600" cy="1139452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8CBD-F9A2-B7FA-AEF5-EF3FC86D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01B8-2257-2268-1DBE-AC6EAD4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3355-DDB1-D32C-2EB7-506A6EC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901507-345C-F1DF-269B-61E3149A5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0118" y="1365250"/>
            <a:ext cx="5648045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58FF17-AD4E-7B97-B82F-E5468488A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9788" y="1365250"/>
            <a:ext cx="5256212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9204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header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EC8F-3E98-6447-8562-24D89A74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10515600" cy="11932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DBFF-D86B-C4B7-54A8-046C9F97B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18666"/>
            <a:ext cx="5157787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B48F-98F1-5E00-8A2B-D116D45BA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8216"/>
            <a:ext cx="5157787" cy="38714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81B9C-2AB2-843A-1CD1-D27DBDAD7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18666"/>
            <a:ext cx="5183188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0C36C-CD69-23FC-305C-2F5F21364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8216"/>
            <a:ext cx="5183188" cy="38714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8EEDE-6996-F748-18BE-68F9779B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76043-47CD-853C-A5C4-BE6EC5E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27E3E-9442-C9E0-0255-510A5A6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4092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headers and tex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EC8F-3E98-6447-8562-24D89A74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10515600" cy="11932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DBFF-D86B-C4B7-54A8-046C9F97B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18666"/>
            <a:ext cx="5157787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B48F-98F1-5E00-8A2B-D116D45BA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8216"/>
            <a:ext cx="5157787" cy="38714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81B9C-2AB2-843A-1CD1-D27DBDAD7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18666"/>
            <a:ext cx="5183188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0C36C-CD69-23FC-305C-2F5F21364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8216"/>
            <a:ext cx="5183188" cy="38714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8EEDE-6996-F748-18BE-68F9779B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76043-47CD-853C-A5C4-BE6EC5E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27E3E-9442-C9E0-0255-510A5A6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2813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headers and text lower thi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EC8F-3E98-6447-8562-24D89A74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10515600" cy="11932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DBFF-D86B-C4B7-54A8-046C9F97B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18666"/>
            <a:ext cx="5157787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B48F-98F1-5E00-8A2B-D116D45BA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8216"/>
            <a:ext cx="5157787" cy="38714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81B9C-2AB2-843A-1CD1-D27DBDAD7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18666"/>
            <a:ext cx="5183188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0C36C-CD69-23FC-305C-2F5F21364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8216"/>
            <a:ext cx="5183188" cy="38714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8EEDE-6996-F748-18BE-68F9779B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76043-47CD-853C-A5C4-BE6EC5E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27E3E-9442-C9E0-0255-510A5A6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2327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headers and text lower third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EC8F-3E98-6447-8562-24D89A74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10515600" cy="11932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DBFF-D86B-C4B7-54A8-046C9F97B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18666"/>
            <a:ext cx="5157787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B48F-98F1-5E00-8A2B-D116D45BA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8216"/>
            <a:ext cx="5157787" cy="38714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81B9C-2AB2-843A-1CD1-D27DBDAD7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18666"/>
            <a:ext cx="5183188" cy="7328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0C36C-CD69-23FC-305C-2F5F21364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8216"/>
            <a:ext cx="5183188" cy="38714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8EEDE-6996-F748-18BE-68F9779B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76043-47CD-853C-A5C4-BE6EC5E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27E3E-9442-C9E0-0255-510A5A6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9773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FC6-785E-5F9E-5782-D9F9D43F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3932237" cy="183197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3053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and pictur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FC6-785E-5F9E-5782-D9F9D43F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3932237" cy="183197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432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capition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FC6-785E-5F9E-5782-D9F9D43F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3932237" cy="183197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2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297889-A802-267A-FD80-71CEB96F4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553075"/>
            <a:ext cx="3932238" cy="803275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45520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, capition and pictur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FC6-785E-5F9E-5782-D9F9D43F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5425"/>
            <a:ext cx="3932237" cy="183197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2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297889-A802-267A-FD80-71CEB96F4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553075"/>
            <a:ext cx="3932238" cy="803275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4523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918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7981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xt and pictur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918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3449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xt, capition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2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297889-A802-267A-FD80-71CEB96F4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553075"/>
            <a:ext cx="3932238" cy="803275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6868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xt, capition and pictur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965B7-D0D4-ACEF-C7E1-F5BC656FA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482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BB36-4884-42D3-CEF7-A1A710AC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30EDC-7A51-0E77-1983-64DC0F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4D979-6035-6258-A9F0-4CFD00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D27F2A-8160-52A9-4E3B-8AB226ACD6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2212" y="225425"/>
            <a:ext cx="6965669" cy="613092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297889-A802-267A-FD80-71CEB96F4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553075"/>
            <a:ext cx="3932238" cy="803275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21399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ap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0D661-2EBA-9E03-771F-151F8C93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D0A0-18FD-D80C-45B1-A03424BE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543DC-F54C-456F-E7C6-9937702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0552F-946F-8FB6-E5EF-D7020B5E5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5648325"/>
            <a:ext cx="5184775" cy="70802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912645-7C61-8DCF-E071-702C2B6255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9788" y="225425"/>
            <a:ext cx="11128375" cy="54229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300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apition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0D661-2EBA-9E03-771F-151F8C93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D0A0-18FD-D80C-45B1-A03424BE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543DC-F54C-456F-E7C6-9937702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0552F-946F-8FB6-E5EF-D7020B5E5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5648325"/>
            <a:ext cx="5184775" cy="70802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912645-7C61-8DCF-E071-702C2B6255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9788" y="225425"/>
            <a:ext cx="11128375" cy="54229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0132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apition lower thi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0D661-2EBA-9E03-771F-151F8C93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F568-39DC-476A-B66F-94EB3A97E6FC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D0A0-18FD-D80C-45B1-A03424BE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543DC-F54C-456F-E7C6-9937702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717E-F6A4-4C9C-AD8F-C74963C24A2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0552F-946F-8FB6-E5EF-D7020B5E5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5648325"/>
            <a:ext cx="5184775" cy="70802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912645-7C61-8DCF-E071-702C2B6255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9788" y="225425"/>
            <a:ext cx="11128375" cy="54229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0214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apition lower third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0D661-2EBA-9E03-771F-151F8C93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563F568-39DC-476A-B66F-94EB3A97E6FC}" type="datetimeFigureOut">
              <a:rPr lang="ru-RU" smtClean="0"/>
              <a:pPr/>
              <a:t>08.10.2025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D0A0-18FD-D80C-45B1-A03424BE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543DC-F54C-456F-E7C6-9937702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08717E-F6A4-4C9C-AD8F-C74963C24A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0552F-946F-8FB6-E5EF-D7020B5E5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5648325"/>
            <a:ext cx="5184775" cy="70802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912645-7C61-8DCF-E071-702C2B6255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9788" y="225425"/>
            <a:ext cx="11128375" cy="54229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6294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5190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4102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ower thi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5613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ower third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8196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mall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27399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mall logo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8274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main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57053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main logo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17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EDBB2-3015-1BD0-02A2-0BA5C052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5425"/>
            <a:ext cx="11129681" cy="16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23EA3-AEA6-219C-C7AA-F8DB16C22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1296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AD44-A6AF-B4D8-C460-C51FE1C64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3F568-39DC-476A-B66F-94EB3A97E6FC}" type="datetimeFigureOut">
              <a:rPr lang="ru-RU" smtClean="0"/>
              <a:t>08.10.2025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67CC3-6B85-DE1C-E9AD-D75E76054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5DEC-2DE2-A6EE-82A3-625844B4C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5728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8717E-F6A4-4C9C-AD8F-C74963C24A2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93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4" r:id="rId2"/>
    <p:sldLayoutId id="2147483727" r:id="rId3"/>
    <p:sldLayoutId id="2147483728" r:id="rId4"/>
    <p:sldLayoutId id="2147483649" r:id="rId5"/>
    <p:sldLayoutId id="2147483665" r:id="rId6"/>
    <p:sldLayoutId id="2147483729" r:id="rId7"/>
    <p:sldLayoutId id="2147483730" r:id="rId8"/>
    <p:sldLayoutId id="2147483661" r:id="rId9"/>
    <p:sldLayoutId id="2147483732" r:id="rId10"/>
    <p:sldLayoutId id="2147483731" r:id="rId11"/>
    <p:sldLayoutId id="2147483666" r:id="rId12"/>
    <p:sldLayoutId id="2147483662" r:id="rId13"/>
    <p:sldLayoutId id="2147483663" r:id="rId14"/>
    <p:sldLayoutId id="2147483654" r:id="rId15"/>
    <p:sldLayoutId id="2147483711" r:id="rId16"/>
    <p:sldLayoutId id="2147483667" r:id="rId17"/>
    <p:sldLayoutId id="2147483712" r:id="rId18"/>
    <p:sldLayoutId id="2147483668" r:id="rId19"/>
    <p:sldLayoutId id="2147483714" r:id="rId20"/>
    <p:sldLayoutId id="2147483669" r:id="rId21"/>
    <p:sldLayoutId id="2147483713" r:id="rId22"/>
    <p:sldLayoutId id="2147483670" r:id="rId23"/>
    <p:sldLayoutId id="2147483671" r:id="rId24"/>
    <p:sldLayoutId id="2147483650" r:id="rId25"/>
    <p:sldLayoutId id="2147483695" r:id="rId26"/>
    <p:sldLayoutId id="2147483715" r:id="rId27"/>
    <p:sldLayoutId id="2147483716" r:id="rId28"/>
    <p:sldLayoutId id="2147483675" r:id="rId29"/>
    <p:sldLayoutId id="2147483696" r:id="rId30"/>
    <p:sldLayoutId id="2147483676" r:id="rId31"/>
    <p:sldLayoutId id="2147483677" r:id="rId32"/>
    <p:sldLayoutId id="2147483707" r:id="rId33"/>
    <p:sldLayoutId id="2147483708" r:id="rId34"/>
    <p:sldLayoutId id="2147483703" r:id="rId35"/>
    <p:sldLayoutId id="2147483704" r:id="rId36"/>
    <p:sldLayoutId id="2147483705" r:id="rId37"/>
    <p:sldLayoutId id="2147483706" r:id="rId38"/>
    <p:sldLayoutId id="2147483709" r:id="rId39"/>
    <p:sldLayoutId id="2147483710" r:id="rId40"/>
    <p:sldLayoutId id="2147483651" r:id="rId41"/>
    <p:sldLayoutId id="2147483698" r:id="rId42"/>
    <p:sldLayoutId id="2147483717" r:id="rId43"/>
    <p:sldLayoutId id="2147483718" r:id="rId44"/>
    <p:sldLayoutId id="2147483697" r:id="rId45"/>
    <p:sldLayoutId id="2147483699" r:id="rId46"/>
    <p:sldLayoutId id="2147483678" r:id="rId47"/>
    <p:sldLayoutId id="2147483680" r:id="rId48"/>
    <p:sldLayoutId id="2147483684" r:id="rId49"/>
    <p:sldLayoutId id="2147483685" r:id="rId50"/>
    <p:sldLayoutId id="2147483653" r:id="rId51"/>
    <p:sldLayoutId id="2147483681" r:id="rId52"/>
    <p:sldLayoutId id="2147483686" r:id="rId53"/>
    <p:sldLayoutId id="2147483687" r:id="rId54"/>
    <p:sldLayoutId id="2147483656" r:id="rId55"/>
    <p:sldLayoutId id="2147483688" r:id="rId56"/>
    <p:sldLayoutId id="2147483689" r:id="rId57"/>
    <p:sldLayoutId id="2147483690" r:id="rId58"/>
    <p:sldLayoutId id="2147483691" r:id="rId59"/>
    <p:sldLayoutId id="2147483692" r:id="rId60"/>
    <p:sldLayoutId id="2147483693" r:id="rId61"/>
    <p:sldLayoutId id="2147483694" r:id="rId62"/>
    <p:sldLayoutId id="2147483655" r:id="rId63"/>
    <p:sldLayoutId id="2147483702" r:id="rId64"/>
    <p:sldLayoutId id="2147483701" r:id="rId65"/>
    <p:sldLayoutId id="2147483700" r:id="rId66"/>
    <p:sldLayoutId id="2147483719" r:id="rId67"/>
    <p:sldLayoutId id="2147483720" r:id="rId68"/>
    <p:sldLayoutId id="2147483721" r:id="rId69"/>
    <p:sldLayoutId id="2147483722" r:id="rId70"/>
    <p:sldLayoutId id="2147483723" r:id="rId71"/>
    <p:sldLayoutId id="2147483724" r:id="rId72"/>
    <p:sldLayoutId id="2147483725" r:id="rId73"/>
    <p:sldLayoutId id="2147483726" r:id="rId74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normalizeH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 userDrawn="1">
          <p15:clr>
            <a:srgbClr val="F26B43"/>
          </p15:clr>
        </p15:guide>
        <p15:guide id="2" pos="529" userDrawn="1">
          <p15:clr>
            <a:srgbClr val="F26B43"/>
          </p15:clr>
        </p15:guide>
        <p15:guide id="3" pos="7537" userDrawn="1">
          <p15:clr>
            <a:srgbClr val="F26B43"/>
          </p15:clr>
        </p15:guide>
        <p15:guide id="4" orient="horz" pos="4178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KANT_colors">
      <a:dk1>
        <a:srgbClr val="0D0D0D"/>
      </a:dk1>
      <a:lt1>
        <a:srgbClr val="F2F2F2"/>
      </a:lt1>
      <a:dk2>
        <a:srgbClr val="0D0D0D"/>
      </a:dk2>
      <a:lt2>
        <a:srgbClr val="D8CBBA"/>
      </a:lt2>
      <a:accent1>
        <a:srgbClr val="FF5800"/>
      </a:accent1>
      <a:accent2>
        <a:srgbClr val="59514E"/>
      </a:accent2>
      <a:accent3>
        <a:srgbClr val="8C8481"/>
      </a:accent3>
      <a:accent4>
        <a:srgbClr val="59514E"/>
      </a:accent4>
      <a:accent5>
        <a:srgbClr val="8C8481"/>
      </a:accent5>
      <a:accent6>
        <a:srgbClr val="59514E"/>
      </a:accent6>
      <a:hlink>
        <a:srgbClr val="FF5800"/>
      </a:hlink>
      <a:folHlink>
        <a:srgbClr val="8C8481"/>
      </a:folHlink>
    </a:clrScheme>
    <a:fontScheme name="KANT_fonts">
      <a:majorFont>
        <a:latin typeface="Bloc"/>
        <a:ea typeface=""/>
        <a:cs typeface=""/>
      </a:majorFont>
      <a:minorFont>
        <a:latin typeface="Golo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Bloc</vt:lpstr>
      <vt:lpstr>Calibri</vt:lpstr>
      <vt:lpstr>Golos Text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19</cp:revision>
  <dcterms:created xsi:type="dcterms:W3CDTF">2025-10-07T18:50:31Z</dcterms:created>
  <dcterms:modified xsi:type="dcterms:W3CDTF">2025-10-08T14:57:32Z</dcterms:modified>
</cp:coreProperties>
</file>